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287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273" r:id="rId16"/>
    <p:sldId id="305" r:id="rId17"/>
    <p:sldId id="306" r:id="rId18"/>
    <p:sldId id="308" r:id="rId19"/>
    <p:sldId id="309" r:id="rId20"/>
    <p:sldId id="271" r:id="rId21"/>
    <p:sldId id="317" r:id="rId22"/>
    <p:sldId id="310" r:id="rId23"/>
    <p:sldId id="311" r:id="rId24"/>
    <p:sldId id="312" r:id="rId25"/>
    <p:sldId id="313" r:id="rId26"/>
    <p:sldId id="307" r:id="rId27"/>
    <p:sldId id="314" r:id="rId28"/>
    <p:sldId id="315" r:id="rId29"/>
    <p:sldId id="316" r:id="rId30"/>
    <p:sldId id="318" r:id="rId31"/>
    <p:sldId id="32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E5302844-0675-4BDB-9614-06DBBCFB2676}">
          <p14:sldIdLst>
            <p14:sldId id="287"/>
          </p14:sldIdLst>
        </p14:section>
        <p14:section name="Divider Slides" id="{10A7A53B-5444-44EE-8032-306CFB755755}">
          <p14:sldIdLst>
            <p14:sldId id="292"/>
            <p14:sldId id="293"/>
            <p14:sldId id="294"/>
            <p14:sldId id="295"/>
            <p14:sldId id="296"/>
          </p14:sldIdLst>
        </p14:section>
        <p14:section name="Content Slides" id="{5267BDA0-50D3-4128-B9A4-CC0A8AA94056}">
          <p14:sldIdLst>
            <p14:sldId id="297"/>
            <p14:sldId id="298"/>
            <p14:sldId id="299"/>
            <p14:sldId id="300"/>
            <p14:sldId id="301"/>
          </p14:sldIdLst>
        </p14:section>
        <p14:section name="Image Slides" id="{33EBB856-C3EE-43E3-80E3-D064F47F1198}">
          <p14:sldIdLst>
            <p14:sldId id="302"/>
            <p14:sldId id="303"/>
            <p14:sldId id="304"/>
          </p14:sldIdLst>
        </p14:section>
        <p14:section name="Graphs &amp; Charts" id="{7217ACA3-CCC5-43C5-AB81-0CB144281814}">
          <p14:sldIdLst>
            <p14:sldId id="273"/>
            <p14:sldId id="305"/>
            <p14:sldId id="306"/>
            <p14:sldId id="308"/>
            <p14:sldId id="309"/>
            <p14:sldId id="271"/>
            <p14:sldId id="317"/>
            <p14:sldId id="310"/>
            <p14:sldId id="311"/>
            <p14:sldId id="312"/>
            <p14:sldId id="313"/>
            <p14:sldId id="307"/>
            <p14:sldId id="314"/>
            <p14:sldId id="315"/>
            <p14:sldId id="316"/>
            <p14:sldId id="318"/>
          </p14:sldIdLst>
        </p14:section>
        <p14:section name="Thank You Slide" id="{491B6F95-9B18-4B2B-9506-40D0CED2BB4E}">
          <p14:sldIdLst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965"/>
    <a:srgbClr val="002A5C"/>
    <a:srgbClr val="ADAFB4"/>
    <a:srgbClr val="696D7A"/>
    <a:srgbClr val="001E42"/>
    <a:srgbClr val="001736"/>
    <a:srgbClr val="F8C7AD"/>
    <a:srgbClr val="F5A269"/>
    <a:srgbClr val="E38200"/>
    <a:srgbClr val="B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EFC-42A1-BC9D-720C0EB5C4B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EFC-42A1-BC9D-720C0EB5C4B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EFC-42A1-BC9D-720C0EB5C4B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EFC-42A1-BC9D-720C0EB5C4BA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EFC-42A1-BC9D-720C0EB5C4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EFC-42A1-BC9D-720C0EB5C4BA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EFC-42A1-BC9D-720C0EB5C4BA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EFC-42A1-BC9D-720C0EB5C4BA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EFC-42A1-BC9D-720C0EB5C4BA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EFC-42A1-BC9D-720C0EB5C4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EFC-42A1-BC9D-720C0EB5C4BA}"/>
              </c:ext>
            </c:extLst>
          </c:dPt>
          <c:dPt>
            <c:idx val="1"/>
            <c:bubble3D val="0"/>
            <c:spPr>
              <a:solidFill>
                <a:schemeClr val="accent1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EFC-42A1-BC9D-720C0EB5C4BA}"/>
              </c:ext>
            </c:extLst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EFC-42A1-BC9D-720C0EB5C4BA}"/>
              </c:ext>
            </c:extLst>
          </c:dPt>
          <c:dPt>
            <c:idx val="3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EFC-42A1-BC9D-720C0EB5C4BA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EFC-42A1-BC9D-720C0EB5C4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EFC-42A1-BC9D-720C0EB5C4BA}"/>
              </c:ext>
            </c:extLst>
          </c:dPt>
          <c:dPt>
            <c:idx val="1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EFC-42A1-BC9D-720C0EB5C4BA}"/>
              </c:ext>
            </c:extLst>
          </c:dPt>
          <c:dPt>
            <c:idx val="2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EFC-42A1-BC9D-720C0EB5C4BA}"/>
              </c:ext>
            </c:extLst>
          </c:dPt>
          <c:dPt>
            <c:idx val="3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EFC-42A1-BC9D-720C0EB5C4BA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EFC-42A1-BC9D-720C0EB5C4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EFC-42A1-BC9D-720C0EB5C4BA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EFC-42A1-BC9D-720C0EB5C4BA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EFC-42A1-BC9D-720C0EB5C4BA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EFC-42A1-BC9D-720C0EB5C4BA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EFC-42A1-BC9D-720C0EB5C4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EFC-42A1-BC9D-720C0EB5C4BA}"/>
              </c:ext>
            </c:extLst>
          </c:dPt>
          <c:dPt>
            <c:idx val="1"/>
            <c:bubble3D val="0"/>
            <c:spPr>
              <a:solidFill>
                <a:schemeClr val="accent5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EFC-42A1-BC9D-720C0EB5C4BA}"/>
              </c:ext>
            </c:extLst>
          </c:dPt>
          <c:dPt>
            <c:idx val="2"/>
            <c:bubble3D val="0"/>
            <c:spPr>
              <a:solidFill>
                <a:schemeClr val="accent5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EFC-42A1-BC9D-720C0EB5C4BA}"/>
              </c:ext>
            </c:extLst>
          </c:dPt>
          <c:dPt>
            <c:idx val="3"/>
            <c:bubble3D val="0"/>
            <c:spPr>
              <a:solidFill>
                <a:schemeClr val="accent5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EFC-42A1-BC9D-720C0EB5C4BA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EFC-42A1-BC9D-720C0EB5C4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ED2-492E-A701-D870D83E41F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ED2-492E-A701-D870D83E41F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ED2-492E-A701-D870D83E41F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ED2-492E-A701-D870D83E41F4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ED2-492E-A701-D870D83E41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ED2-492E-A701-D870D83E41F4}"/>
              </c:ext>
            </c:extLst>
          </c:dPt>
          <c:dPt>
            <c:idx val="1"/>
            <c:bubble3D val="0"/>
            <c:spPr>
              <a:solidFill>
                <a:schemeClr val="accent1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ED2-492E-A701-D870D83E41F4}"/>
              </c:ext>
            </c:extLst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ED2-492E-A701-D870D83E41F4}"/>
              </c:ext>
            </c:extLst>
          </c:dPt>
          <c:dPt>
            <c:idx val="3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ED2-492E-A701-D870D83E41F4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ED2-492E-A701-D870D83E41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ED2-492E-A701-D870D83E41F4}"/>
              </c:ext>
            </c:extLst>
          </c:dPt>
          <c:dPt>
            <c:idx val="1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ED2-492E-A701-D870D83E41F4}"/>
              </c:ext>
            </c:extLst>
          </c:dPt>
          <c:dPt>
            <c:idx val="2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ED2-492E-A701-D870D83E41F4}"/>
              </c:ext>
            </c:extLst>
          </c:dPt>
          <c:dPt>
            <c:idx val="3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ED2-492E-A701-D870D83E41F4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ED2-492E-A701-D870D83E41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ED2-492E-A701-D870D83E41F4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ED2-492E-A701-D870D83E41F4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ED2-492E-A701-D870D83E41F4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ED2-492E-A701-D870D83E41F4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ED2-492E-A701-D870D83E41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ED2-492E-A701-D870D83E41F4}"/>
              </c:ext>
            </c:extLst>
          </c:dPt>
          <c:dPt>
            <c:idx val="1"/>
            <c:bubble3D val="0"/>
            <c:spPr>
              <a:solidFill>
                <a:schemeClr val="accent5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ED2-492E-A701-D870D83E41F4}"/>
              </c:ext>
            </c:extLst>
          </c:dPt>
          <c:dPt>
            <c:idx val="2"/>
            <c:bubble3D val="0"/>
            <c:spPr>
              <a:solidFill>
                <a:schemeClr val="accent5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ED2-492E-A701-D870D83E41F4}"/>
              </c:ext>
            </c:extLst>
          </c:dPt>
          <c:dPt>
            <c:idx val="3"/>
            <c:bubble3D val="0"/>
            <c:spPr>
              <a:solidFill>
                <a:schemeClr val="accent5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ED2-492E-A701-D870D83E41F4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ED2-492E-A701-D870D83E41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6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9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0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82DD7A-2EC9-49A1-A3F9-62691BA6B50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EB43B-B127-43BB-BE4C-848E88973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29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00B1192-C2F7-38FF-7BD1-47D9934355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92238"/>
            <a:ext cx="12192000" cy="4459287"/>
          </a:xfrm>
        </p:spPr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9A0D22A-5135-BD8B-4991-B9B73B682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1960" y="374761"/>
            <a:ext cx="1687911" cy="670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4DF958-8CF3-3A70-A522-89B067A12C2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258438" y="4475321"/>
            <a:ext cx="9839960" cy="1025842"/>
          </a:xfrm>
        </p:spPr>
        <p:txBody>
          <a:bodyPr anchor="b">
            <a:normAutofit/>
          </a:bodyPr>
          <a:lstStyle>
            <a:lvl1pPr algn="l">
              <a:defRPr sz="4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57B449C-F862-635B-BBD4-8A4F0514FE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0827749" y="111671"/>
            <a:ext cx="914671" cy="10044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D267E9-3A2C-C81E-2684-EAE780046BB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38" y="6017673"/>
            <a:ext cx="11675124" cy="62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632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2A45039-C596-51C4-BE28-2ADB63E7A2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395B5F-D6FA-7EB9-4C5F-AA34890B84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7048" y="3141568"/>
            <a:ext cx="6091903" cy="975360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Section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31D5311-23F1-6DD4-0E85-23D63C5E27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394325" cy="6858000"/>
          </a:xfrm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814B4E-4B71-4283-0EB9-A29EC4B158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657" y="191361"/>
            <a:ext cx="1514824" cy="6014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587E30-A9FE-4EBB-A66B-BC80F70A5D1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225452" y="97638"/>
            <a:ext cx="718434" cy="7889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35EDEAC-3295-16BF-AED6-17CC1F8AFEB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7657" y="6110755"/>
            <a:ext cx="6305727" cy="34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94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10C65FA-BD20-9C08-ACD8-B1F43DA388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4C530E-73AA-D29A-F27B-472023D9B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262" y="1196647"/>
            <a:ext cx="11338560" cy="1154441"/>
          </a:xfrm>
        </p:spPr>
        <p:txBody>
          <a:bodyPr/>
          <a:lstStyle>
            <a:lvl1pPr>
              <a:defRPr b="1" baseline="0">
                <a:solidFill>
                  <a:srgbClr val="8DC965"/>
                </a:solidFill>
                <a:latin typeface="Urbanist" panose="020B0A04040200000203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17581-703E-16A7-97F2-360AFB7B1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263" y="2486025"/>
            <a:ext cx="11338559" cy="3447415"/>
          </a:xfrm>
        </p:spPr>
        <p:txBody>
          <a:bodyPr/>
          <a:lstStyle>
            <a:lvl1pPr>
              <a:defRPr>
                <a:latin typeface="+mn-lt"/>
                <a:cs typeface="Arial" panose="020B0604020202020204" pitchFamily="34" charset="0"/>
              </a:defRPr>
            </a:lvl1pPr>
            <a:lvl2pPr>
              <a:defRPr>
                <a:latin typeface="+mn-lt"/>
                <a:cs typeface="Arial" panose="020B0604020202020204" pitchFamily="34" charset="0"/>
              </a:defRPr>
            </a:lvl2pPr>
            <a:lvl3pPr>
              <a:defRPr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+mn-lt"/>
                <a:cs typeface="Arial" panose="020B0604020202020204" pitchFamily="34" charset="0"/>
              </a:defRPr>
            </a:lvl4pPr>
            <a:lvl5pPr>
              <a:defRPr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D6788-5AB9-A257-F7FD-F0153051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0220" y="6293168"/>
            <a:ext cx="729518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3D635DA-D557-48AF-9665-231E8966F22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86D164-2466-2327-EDF2-7CD9D39425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289552-863C-274A-0616-BBEE349517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8840A9-904D-BB48-6915-402954D6953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79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F09B022-62F1-E7C8-4202-B7592B70EB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17581-703E-16A7-97F2-360AFB7B1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262" y="2499359"/>
            <a:ext cx="5536277" cy="344741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D6788-5AB9-A257-F7FD-F0153051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778" y="6293168"/>
            <a:ext cx="834044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43D635DA-D557-48AF-9665-231E8966F22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088857-5A15-499D-C038-7412680E993A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34545" y="2499359"/>
            <a:ext cx="5536277" cy="344741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2E3D1F4D-7615-1121-2F53-98C6A7DCA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178" y="1206270"/>
            <a:ext cx="11344102" cy="1151121"/>
          </a:xfrm>
        </p:spPr>
        <p:txBody>
          <a:bodyPr/>
          <a:lstStyle>
            <a:lvl1pPr>
              <a:defRPr b="1">
                <a:solidFill>
                  <a:srgbClr val="8DC96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D375E0A-D0F6-12F7-4EF0-B5124A100E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23FE86E-601B-A144-DF69-2A8B6E3479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2A8BBAA-4975-56B2-2058-3DC958EBE38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98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4A61F2D-9237-A524-90EA-54958F8109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4C530E-73AA-D29A-F27B-472023D9B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262" y="1188085"/>
            <a:ext cx="11338560" cy="1163003"/>
          </a:xfrm>
        </p:spPr>
        <p:txBody>
          <a:bodyPr/>
          <a:lstStyle>
            <a:lvl1pPr>
              <a:defRPr b="1">
                <a:solidFill>
                  <a:srgbClr val="8DC965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17581-703E-16A7-97F2-360AFB7B1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262" y="2486024"/>
            <a:ext cx="3576819" cy="3447415"/>
          </a:xfrm>
        </p:spPr>
        <p:txBody>
          <a:bodyPr/>
          <a:lstStyle>
            <a:lvl1pPr>
              <a:defRPr>
                <a:latin typeface="+mn-lt"/>
                <a:cs typeface="Arial" panose="020B0604020202020204" pitchFamily="34" charset="0"/>
              </a:defRPr>
            </a:lvl1pPr>
            <a:lvl2pPr>
              <a:defRPr>
                <a:latin typeface="+mn-lt"/>
                <a:cs typeface="Arial" panose="020B0604020202020204" pitchFamily="34" charset="0"/>
              </a:defRPr>
            </a:lvl2pPr>
            <a:lvl3pPr>
              <a:defRPr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+mn-lt"/>
                <a:cs typeface="Arial" panose="020B0604020202020204" pitchFamily="34" charset="0"/>
              </a:defRPr>
            </a:lvl4pPr>
            <a:lvl5pPr>
              <a:defRPr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D6788-5AB9-A257-F7FD-F0153051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1304" y="6293168"/>
            <a:ext cx="729518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3D635DA-D557-48AF-9665-231E8966F2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088857-5A15-499D-C038-7412680E993A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2919" y="2486024"/>
            <a:ext cx="3576819" cy="3447415"/>
          </a:xfrm>
        </p:spPr>
        <p:txBody>
          <a:bodyPr/>
          <a:lstStyle>
            <a:lvl1pPr>
              <a:defRPr>
                <a:latin typeface="+mn-lt"/>
                <a:cs typeface="Arial" panose="020B0604020202020204" pitchFamily="34" charset="0"/>
              </a:defRPr>
            </a:lvl1pPr>
            <a:lvl2pPr>
              <a:defRPr>
                <a:latin typeface="+mn-lt"/>
                <a:cs typeface="Arial" panose="020B0604020202020204" pitchFamily="34" charset="0"/>
              </a:defRPr>
            </a:lvl2pPr>
            <a:lvl3pPr>
              <a:defRPr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+mn-lt"/>
                <a:cs typeface="Arial" panose="020B0604020202020204" pitchFamily="34" charset="0"/>
              </a:defRPr>
            </a:lvl4pPr>
            <a:lvl5pPr>
              <a:defRPr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D81C4F-ABBC-1F15-912A-6F129B6F3E3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307591" y="2486024"/>
            <a:ext cx="3576819" cy="3447415"/>
          </a:xfrm>
        </p:spPr>
        <p:txBody>
          <a:bodyPr/>
          <a:lstStyle>
            <a:lvl1pPr>
              <a:defRPr>
                <a:latin typeface="+mn-lt"/>
                <a:cs typeface="Arial" panose="020B0604020202020204" pitchFamily="34" charset="0"/>
              </a:defRPr>
            </a:lvl1pPr>
            <a:lvl2pPr>
              <a:defRPr>
                <a:latin typeface="+mn-lt"/>
                <a:cs typeface="Arial" panose="020B0604020202020204" pitchFamily="34" charset="0"/>
              </a:defRPr>
            </a:lvl2pPr>
            <a:lvl3pPr>
              <a:defRPr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+mn-lt"/>
                <a:cs typeface="Arial" panose="020B0604020202020204" pitchFamily="34" charset="0"/>
              </a:defRPr>
            </a:lvl4pPr>
            <a:lvl5pPr>
              <a:defRPr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F3E45E-A043-58A7-5009-C90EC7D2F6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16A433-2FA5-2335-A23B-93D6EE9034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0A6D3D-1E17-0D99-CCBA-CAD73E38E9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25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 Column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4320FF09-5C54-7467-C94C-949A53D557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4C530E-73AA-D29A-F27B-472023D9B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7656" y="1208405"/>
            <a:ext cx="6143165" cy="1142683"/>
          </a:xfrm>
        </p:spPr>
        <p:txBody>
          <a:bodyPr/>
          <a:lstStyle>
            <a:lvl1pPr>
              <a:defRPr b="1">
                <a:solidFill>
                  <a:srgbClr val="8DC965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17581-703E-16A7-97F2-360AFB7B1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7657" y="2486024"/>
            <a:ext cx="6143165" cy="3447416"/>
          </a:xfrm>
        </p:spPr>
        <p:txBody>
          <a:bodyPr/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  <a:lvl2pPr>
              <a:defRPr>
                <a:latin typeface="+mj-lt"/>
                <a:cs typeface="Arial" panose="020B0604020202020204" pitchFamily="34" charset="0"/>
              </a:defRPr>
            </a:lvl2pPr>
            <a:lvl3pPr>
              <a:defRPr>
                <a:latin typeface="+mj-lt"/>
                <a:cs typeface="Arial" panose="020B0604020202020204" pitchFamily="34" charset="0"/>
              </a:defRPr>
            </a:lvl3pPr>
            <a:lvl4pPr>
              <a:defRPr>
                <a:latin typeface="+mj-lt"/>
                <a:cs typeface="Arial" panose="020B0604020202020204" pitchFamily="34" charset="0"/>
              </a:defRPr>
            </a:lvl4pPr>
            <a:lvl5pPr>
              <a:defRPr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49AAB04-F82A-D426-07DB-2F33CDBD31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657" y="191361"/>
            <a:ext cx="1514824" cy="6014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540EF7E-4BA1-C5D2-9691-B1FC17F7E2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225452" y="97638"/>
            <a:ext cx="718434" cy="7889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DE906AF-1DAB-C60A-2453-11C5C88B141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7657" y="6110755"/>
            <a:ext cx="6305727" cy="340252"/>
          </a:xfrm>
          <a:prstGeom prst="rect">
            <a:avLst/>
          </a:prstGeom>
        </p:spPr>
      </p:pic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BB36F58-8E6B-469D-920C-6A55BC4A36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65763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65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- 1 Column with Imag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D6788-5AB9-A257-F7FD-F0153051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622" y="6149802"/>
            <a:ext cx="274320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3D635DA-D557-48AF-9665-231E8966F2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4EB09D-AB05-8521-0729-C37EFFB5CC7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22537" y="2486024"/>
            <a:ext cx="6316229" cy="3447415"/>
          </a:xfrm>
        </p:spPr>
        <p:txBody>
          <a:bodyPr/>
          <a:lstStyle>
            <a:lvl1pPr>
              <a:defRPr>
                <a:latin typeface="+mn-lt"/>
                <a:cs typeface="Arial" panose="020B0604020202020204" pitchFamily="34" charset="0"/>
              </a:defRPr>
            </a:lvl1pPr>
            <a:lvl2pPr>
              <a:defRPr>
                <a:latin typeface="+mn-lt"/>
                <a:cs typeface="Arial" panose="020B0604020202020204" pitchFamily="34" charset="0"/>
              </a:defRPr>
            </a:lvl2pPr>
            <a:lvl3pPr>
              <a:defRPr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+mn-lt"/>
                <a:cs typeface="Arial" panose="020B0604020202020204" pitchFamily="34" charset="0"/>
              </a:defRPr>
            </a:lvl4pPr>
            <a:lvl5pPr>
              <a:defRPr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A2D80D3-79D9-5410-E567-60B68BD417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536" y="1196647"/>
            <a:ext cx="6316229" cy="1154441"/>
          </a:xfrm>
        </p:spPr>
        <p:txBody>
          <a:bodyPr/>
          <a:lstStyle>
            <a:lvl1pPr>
              <a:defRPr b="1">
                <a:solidFill>
                  <a:srgbClr val="8DC965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667D24A-6BA1-88C2-58D6-90968DA445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37" y="191361"/>
            <a:ext cx="1514824" cy="6014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B1048F1-C92D-C79D-354A-08D53C925D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5820332" y="97638"/>
            <a:ext cx="718434" cy="7889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59ED02E-6CE8-A840-E87D-D29865007A7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2537" y="6110755"/>
            <a:ext cx="6305727" cy="340252"/>
          </a:xfrm>
          <a:prstGeom prst="rect">
            <a:avLst/>
          </a:prstGeom>
        </p:spPr>
      </p:pic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48B27416-7A36-C2F0-44E3-7A5FEFD77E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26237" y="0"/>
            <a:ext cx="5465763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717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- 1 Column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D6788-5AB9-A257-F7FD-F0153051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920" y="6149802"/>
            <a:ext cx="472902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3D635DA-D557-48AF-9665-231E8966F2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60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 Column with Image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D6788-5AB9-A257-F7FD-F0153051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622" y="6149802"/>
            <a:ext cx="274320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3D635DA-D557-48AF-9665-231E8966F2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62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Imag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D6788-5AB9-A257-F7FD-F0153051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622" y="6149802"/>
            <a:ext cx="274320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3D635DA-D557-48AF-9665-231E8966F2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10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Imag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D6788-5AB9-A257-F7FD-F0153051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622" y="6149802"/>
            <a:ext cx="274320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3D635DA-D557-48AF-9665-231E8966F2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CFECC4-978D-BF22-3293-CCBE869A17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6210876"/>
            <a:ext cx="2128691" cy="46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63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8186A89-FD38-B649-C85C-D24202B64B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7031030-212C-1771-936C-54BBEAF978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196975"/>
            <a:ext cx="12192000" cy="4737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D6788-5AB9-A257-F7FD-F0153051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9408" y="6294131"/>
            <a:ext cx="80033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3D635DA-D557-48AF-9665-231E8966F2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7D83F6-9E76-AE66-A207-AB47CBE794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0001FB-93BC-10F2-871C-8711AA802F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2A7E20-5535-47E2-E6CD-A7B4A493367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145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2AC333F5-9922-091E-B2BA-58CF26D764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D6788-5AB9-A257-F7FD-F0153051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1304" y="6296663"/>
            <a:ext cx="718434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3D635DA-D557-48AF-9665-231E8966F2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918F7AF-E95C-F3D9-EEA1-8BABF8BCE2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196647"/>
            <a:ext cx="5935663" cy="4736793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00EAF12-FEB1-5139-BB1D-F3FA4DD0D4D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56338" y="1196975"/>
            <a:ext cx="5935662" cy="4705350"/>
          </a:xfrm>
        </p:spPr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CE4C18A-2831-92CE-8DFA-7FCBA9C1D8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102685C-9EFE-5A9A-0B61-3D26090A76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46B7972-B22E-83EB-A95A-6707A93B6F7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04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37F6242-A0A5-A8A6-F60F-563CF2AD5A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D6788-5AB9-A257-F7FD-F0153051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1304" y="6293168"/>
            <a:ext cx="718434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3D635DA-D557-48AF-9665-231E8966F2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6A17110-54E0-C7C5-40BD-CC7959325FD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196975"/>
            <a:ext cx="4008438" cy="4737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9B7FA61-E14D-0825-7DC2-822196530D1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29113" y="1196975"/>
            <a:ext cx="3576637" cy="47371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5D26465-1C2C-CE3E-DD3A-EC23C13B806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24276" y="1196975"/>
            <a:ext cx="3967724" cy="4737100"/>
          </a:xfrm>
        </p:spPr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5C2B4E-F2A2-3287-D296-590A2B75D1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EE93BA0-43E5-C561-7CE6-4A51007B698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2491C83-BC46-467F-FC05-3A05257E181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150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s &amp;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D6788-5AB9-A257-F7FD-F0153051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622" y="6149802"/>
            <a:ext cx="274320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3D635DA-D557-48AF-9665-231E8966F2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076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with Imag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907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CC006D-6C3C-4462-7336-EB8297B0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33C79-563B-FCEE-1DBC-2A08ABB62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7EE12-6B7A-6881-1AEB-081D5D3E3D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EE3A8-58DC-466E-B736-1582C984E1E3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DFD66-05BB-6CF2-C83A-D3CA0E6BB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63C56-F779-2F64-5C0E-FFCADCB67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635DA-D557-48AF-9665-231E8966F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91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3" r:id="rId4"/>
    <p:sldLayoutId id="2147483664" r:id="rId5"/>
    <p:sldLayoutId id="2147483666" r:id="rId6"/>
    <p:sldLayoutId id="2147483667" r:id="rId7"/>
    <p:sldLayoutId id="214748367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82EA36-F2C5-E420-DA18-E350A472ED13}"/>
              </a:ext>
            </a:extLst>
          </p:cNvPr>
          <p:cNvSpPr/>
          <p:nvPr/>
        </p:nvSpPr>
        <p:spPr>
          <a:xfrm>
            <a:off x="0" y="2926080"/>
            <a:ext cx="12192000" cy="292544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2000">
                <a:srgbClr val="8DC96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D284B-6F19-E3B9-6908-C4BEF0E43B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F23A3E-C865-EA4D-1A21-1EB9742E07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04785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CB27C-06A8-0E4E-E2DC-8CE0C1630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4AA678-74DE-D029-CCA3-AB33EECF0E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A346CC-0184-47CF-B965-2BA75B4CC301}"/>
              </a:ext>
            </a:extLst>
          </p:cNvPr>
          <p:cNvSpPr/>
          <p:nvPr/>
        </p:nvSpPr>
        <p:spPr>
          <a:xfrm>
            <a:off x="0" y="3932555"/>
            <a:ext cx="5394325" cy="292544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2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67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E7677-562D-4A14-AF46-C0895EED8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1A351-009F-6C9C-E715-C7C6CD9CB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639E13-A142-FE92-7805-B4639DD7BF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DB5711-7603-36A1-CF50-2F35A2859A63}"/>
              </a:ext>
            </a:extLst>
          </p:cNvPr>
          <p:cNvSpPr/>
          <p:nvPr/>
        </p:nvSpPr>
        <p:spPr>
          <a:xfrm>
            <a:off x="0" y="3932555"/>
            <a:ext cx="5394325" cy="292544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2000">
                <a:schemeClr val="accent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76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F88B8-EC6F-C292-D5BE-D0F7CC1FC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DE303-74F5-0627-A10C-6F0CC798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ACAB4A-7D93-320F-ABC6-EAD8E730F6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E8790C-AA55-155F-B5DC-14CC960C14AE}"/>
              </a:ext>
            </a:extLst>
          </p:cNvPr>
          <p:cNvSpPr/>
          <p:nvPr/>
        </p:nvSpPr>
        <p:spPr>
          <a:xfrm>
            <a:off x="0" y="3932555"/>
            <a:ext cx="5394325" cy="292544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2000">
                <a:schemeClr val="accent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19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F4F0C-FBD7-78AE-B73F-CDD49E564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3E948-1F14-39FA-7264-D1EAB2080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A30219-46D8-8438-73C9-F0F91B19AF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B88057-6E98-AA22-530B-D22567C8A234}"/>
              </a:ext>
            </a:extLst>
          </p:cNvPr>
          <p:cNvSpPr/>
          <p:nvPr/>
        </p:nvSpPr>
        <p:spPr>
          <a:xfrm>
            <a:off x="0" y="3932555"/>
            <a:ext cx="5394325" cy="292544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2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97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089DB-8F98-D313-C9AC-7DCCC1AA1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4C5A-A536-5D22-ABA3-46BCFDB6E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E79C01-0E1D-94AD-D76F-C6E1BA2392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EA8941-5CD1-57ED-ADE2-3B0A3B1848AC}"/>
              </a:ext>
            </a:extLst>
          </p:cNvPr>
          <p:cNvSpPr/>
          <p:nvPr/>
        </p:nvSpPr>
        <p:spPr>
          <a:xfrm>
            <a:off x="0" y="3932555"/>
            <a:ext cx="5394325" cy="292544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200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17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397A7-28A7-A14F-E6F0-9821715B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15172-3B51-F3EB-45E5-34E8E67C24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3D7A1-E9A6-3112-63CC-398B8188B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35DA-D557-48AF-9665-231E8966F22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883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B70917-5A63-A553-EA32-4C7C2776CA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29BBF4-9A53-C238-17DE-40673581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35DA-D557-48AF-9665-231E8966F22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C893D-F0A2-21F2-D322-41F40F763E6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A3286D-644A-D1C9-DFEB-A0CFC6993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497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AAD8F-69A7-3007-3900-6503EDBB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6C8F-7B99-49E6-D619-991E6F3F61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05F97-F990-1976-D59C-FB8DD58D3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35DA-D557-48AF-9665-231E8966F22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9307FA-52CC-C4DA-CFA8-1A1E82EB7CB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490969-3763-4A2C-12B6-CEF0BF28EC08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05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35A71-2ED8-2F3D-36A9-3760AC997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C3006-B774-DCD9-C57D-9B4B726D80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89DB0BE-CDA0-8C2B-F6DB-2977646D30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5344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F14A11-3823-40B0-C358-E65B14B4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35DA-D557-48AF-9665-231E8966F22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B408E-EEF9-4155-D911-3F35B6E6AB81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0C9CAA-471D-0C84-DC54-F7AA609AB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0D45C2C-A1A6-FE34-1BEC-D3F37B69385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0991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CAB5569-D5F2-A523-56A2-1AB051838C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CC1E8F-5C7B-ED41-14A8-67475C8B1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35DA-D557-48AF-9665-231E8966F22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46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E1E234-1940-86D7-69C5-05828DD56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35DA-D557-48AF-9665-231E8966F22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C68617-E16F-696A-8C71-0566C72E6D9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06A4D02-9A05-CCCF-0909-0E7357B3748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2570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D4EDAB-CAC0-9B06-7A8A-7454C12B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35DA-D557-48AF-9665-231E8966F22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5C17B9-F5F5-F2F3-56DB-A1A86E6D37A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A9FFD4-7870-FE3B-5277-2A985BDD70C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66B1F55-6075-29D4-31BC-07ADD7BAFEA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5845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0CBCD-96F0-2C66-9AC9-0DACE6806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9C3E48-9377-E619-CEB1-7D19722A58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8AEB34D-52CB-EA10-9C45-438F9AC5A27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886" y="1192978"/>
            <a:ext cx="11294228" cy="983658"/>
          </a:xfrm>
        </p:spPr>
        <p:txBody>
          <a:bodyPr/>
          <a:lstStyle/>
          <a:p>
            <a:endParaRPr lang="en-US" b="1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6050058-8BD6-77CC-D9A0-37C8766E8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991967"/>
              </p:ext>
            </p:extLst>
          </p:nvPr>
        </p:nvGraphicFramePr>
        <p:xfrm>
          <a:off x="476594" y="2326273"/>
          <a:ext cx="9604950" cy="3603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825">
                  <a:extLst>
                    <a:ext uri="{9D8B030D-6E8A-4147-A177-3AD203B41FA5}">
                      <a16:colId xmlns:a16="http://schemas.microsoft.com/office/drawing/2014/main" val="1117637051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647303541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3925858092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3350923080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1531674174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3487274179"/>
                    </a:ext>
                  </a:extLst>
                </a:gridCol>
              </a:tblGrid>
              <a:tr h="6005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1148309305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309374826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311669312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3826992812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2774970625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2122900369"/>
                  </a:ext>
                </a:extLst>
              </a:tr>
            </a:tbl>
          </a:graphicData>
        </a:graphic>
      </p:graphicFrame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9C3CA0A-B7C7-75CE-54E2-727AF72CA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0" y="6293168"/>
            <a:ext cx="532938" cy="365125"/>
          </a:xfrm>
        </p:spPr>
        <p:txBody>
          <a:bodyPr/>
          <a:lstStyle/>
          <a:p>
            <a:fld id="{43D635DA-D557-48AF-9665-231E8966F222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CCD5ED-C1F7-F722-9688-A96F55D85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077BEC-A62F-990A-A06E-F6212D5821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7A7DEB-0995-7E0C-5F71-4798C1D3AA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379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9C35-017C-6524-400F-09C7F3035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70393E-1DF1-0FE9-C978-88B7551144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E44E34D-062C-9641-EB5E-77B6360EB7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886" y="1192978"/>
            <a:ext cx="11294228" cy="983658"/>
          </a:xfrm>
        </p:spPr>
        <p:txBody>
          <a:bodyPr/>
          <a:lstStyle/>
          <a:p>
            <a:endParaRPr lang="en-US" b="1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232EDD4-389C-840D-FA96-166CE3377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988489"/>
              </p:ext>
            </p:extLst>
          </p:nvPr>
        </p:nvGraphicFramePr>
        <p:xfrm>
          <a:off x="476594" y="2326273"/>
          <a:ext cx="9604950" cy="360349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00825">
                  <a:extLst>
                    <a:ext uri="{9D8B030D-6E8A-4147-A177-3AD203B41FA5}">
                      <a16:colId xmlns:a16="http://schemas.microsoft.com/office/drawing/2014/main" val="1117637051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647303541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3925858092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3350923080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1531674174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3487274179"/>
                    </a:ext>
                  </a:extLst>
                </a:gridCol>
              </a:tblGrid>
              <a:tr h="6005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1148309305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309374826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311669312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3826992812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2774970625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2122900369"/>
                  </a:ext>
                </a:extLst>
              </a:tr>
            </a:tbl>
          </a:graphicData>
        </a:graphic>
      </p:graphicFrame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9D77663-D897-CBC8-2994-FCBF93191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0" y="6293168"/>
            <a:ext cx="532938" cy="365125"/>
          </a:xfrm>
        </p:spPr>
        <p:txBody>
          <a:bodyPr/>
          <a:lstStyle/>
          <a:p>
            <a:fld id="{43D635DA-D557-48AF-9665-231E8966F222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83D182-3AB1-8D0C-D7B3-66D504E80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DA40A8-035C-0295-DAB7-00C19B9331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67D882-7C52-5975-EF56-E18C99E096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87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F97DA-7F9D-1D16-24AD-BE05E6A5D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5713C1-83ED-DFF4-97DA-B22B2035BBB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611C476-D40C-01DA-7C50-667AFD592E8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886" y="1192978"/>
            <a:ext cx="11294228" cy="983658"/>
          </a:xfrm>
        </p:spPr>
        <p:txBody>
          <a:bodyPr/>
          <a:lstStyle/>
          <a:p>
            <a:endParaRPr lang="en-US" b="1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18408DE-3B94-199C-9854-8B678C8FF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569192"/>
              </p:ext>
            </p:extLst>
          </p:nvPr>
        </p:nvGraphicFramePr>
        <p:xfrm>
          <a:off x="476594" y="2326273"/>
          <a:ext cx="9604950" cy="360349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00825">
                  <a:extLst>
                    <a:ext uri="{9D8B030D-6E8A-4147-A177-3AD203B41FA5}">
                      <a16:colId xmlns:a16="http://schemas.microsoft.com/office/drawing/2014/main" val="1117637051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647303541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3925858092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3350923080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1531674174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3487274179"/>
                    </a:ext>
                  </a:extLst>
                </a:gridCol>
              </a:tblGrid>
              <a:tr h="6005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1148309305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309374826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311669312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3826992812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2774970625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2122900369"/>
                  </a:ext>
                </a:extLst>
              </a:tr>
            </a:tbl>
          </a:graphicData>
        </a:graphic>
      </p:graphicFrame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FE9D79E-AD5E-5243-F373-FF794E6D5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0" y="6293168"/>
            <a:ext cx="532938" cy="365125"/>
          </a:xfrm>
        </p:spPr>
        <p:txBody>
          <a:bodyPr/>
          <a:lstStyle/>
          <a:p>
            <a:fld id="{43D635DA-D557-48AF-9665-231E8966F222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5F383C-41CD-CF46-C96A-6474ED300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1031B9-1AF3-4F24-E63C-98102E8A47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EA55A2-8A35-B3E6-0C9D-30AB834043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158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60F62-D1B8-37E2-6B44-581894451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3F14C7-93AC-360A-573B-3AE1E9F3A6B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25CD877-6C6C-C047-D295-57A96B4B3D2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886" y="1192978"/>
            <a:ext cx="11294228" cy="983658"/>
          </a:xfrm>
        </p:spPr>
        <p:txBody>
          <a:bodyPr/>
          <a:lstStyle/>
          <a:p>
            <a:endParaRPr lang="en-US" b="1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B7B0F81-FB1E-4018-1828-4607C9D39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547545"/>
              </p:ext>
            </p:extLst>
          </p:nvPr>
        </p:nvGraphicFramePr>
        <p:xfrm>
          <a:off x="476594" y="2326273"/>
          <a:ext cx="9604950" cy="360349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00825">
                  <a:extLst>
                    <a:ext uri="{9D8B030D-6E8A-4147-A177-3AD203B41FA5}">
                      <a16:colId xmlns:a16="http://schemas.microsoft.com/office/drawing/2014/main" val="1117637051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647303541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3925858092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3350923080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1531674174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3487274179"/>
                    </a:ext>
                  </a:extLst>
                </a:gridCol>
              </a:tblGrid>
              <a:tr h="6005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1148309305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309374826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311669312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3826992812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2774970625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2122900369"/>
                  </a:ext>
                </a:extLst>
              </a:tr>
            </a:tbl>
          </a:graphicData>
        </a:graphic>
      </p:graphicFrame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4E15E98-B289-99A9-D433-5A62CF79A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0" y="6293168"/>
            <a:ext cx="532938" cy="365125"/>
          </a:xfrm>
        </p:spPr>
        <p:txBody>
          <a:bodyPr/>
          <a:lstStyle/>
          <a:p>
            <a:fld id="{43D635DA-D557-48AF-9665-231E8966F222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A1DBD2-FE9A-30B5-B398-E501CF0B8E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8DB88A-F85A-C7AB-8FC9-2219650EA9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29D1CB-E5F6-3809-E4E4-956839F309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635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3BD59-C7E4-D7CF-1850-494B87E5A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72DA08-3848-3072-F856-4BB07F8188E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5DE0D1-22ED-2953-D116-A633F825985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886" y="1192978"/>
            <a:ext cx="11294228" cy="983658"/>
          </a:xfrm>
        </p:spPr>
        <p:txBody>
          <a:bodyPr/>
          <a:lstStyle/>
          <a:p>
            <a:endParaRPr lang="en-US" b="1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3121BB7B-E2AE-15B3-612E-8E6B68949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919285"/>
              </p:ext>
            </p:extLst>
          </p:nvPr>
        </p:nvGraphicFramePr>
        <p:xfrm>
          <a:off x="476594" y="2326273"/>
          <a:ext cx="9604950" cy="360349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00825">
                  <a:extLst>
                    <a:ext uri="{9D8B030D-6E8A-4147-A177-3AD203B41FA5}">
                      <a16:colId xmlns:a16="http://schemas.microsoft.com/office/drawing/2014/main" val="1117637051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647303541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3925858092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3350923080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1531674174"/>
                    </a:ext>
                  </a:extLst>
                </a:gridCol>
                <a:gridCol w="1600825">
                  <a:extLst>
                    <a:ext uri="{9D8B030D-6E8A-4147-A177-3AD203B41FA5}">
                      <a16:colId xmlns:a16="http://schemas.microsoft.com/office/drawing/2014/main" val="3487274179"/>
                    </a:ext>
                  </a:extLst>
                </a:gridCol>
              </a:tblGrid>
              <a:tr h="6005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1148309305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309374826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311669312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3826992812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2774970625"/>
                  </a:ext>
                </a:extLst>
              </a:tr>
              <a:tr h="600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Insert text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9453" marR="79453" marT="39726" marB="39726" anchor="ctr" anchorCtr="1"/>
                </a:tc>
                <a:extLst>
                  <a:ext uri="{0D108BD9-81ED-4DB2-BD59-A6C34878D82A}">
                    <a16:rowId xmlns:a16="http://schemas.microsoft.com/office/drawing/2014/main" val="2122900369"/>
                  </a:ext>
                </a:extLst>
              </a:tr>
            </a:tbl>
          </a:graphicData>
        </a:graphic>
      </p:graphicFrame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4266C11-4C2B-D534-F85E-A93766D9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0" y="6293168"/>
            <a:ext cx="532938" cy="365125"/>
          </a:xfrm>
        </p:spPr>
        <p:txBody>
          <a:bodyPr/>
          <a:lstStyle/>
          <a:p>
            <a:fld id="{43D635DA-D557-48AF-9665-231E8966F222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40B73F-C45B-14FF-7743-F1D823EFBD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947347-9969-BC58-D2BF-548E617BB7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873E83-FC2A-A7FF-FF37-78C9ACF081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730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3CFBA48-F917-BA9B-CB28-FA04C1C486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4E80E51-59F0-A579-761D-8F5D565F0C1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886" y="1206673"/>
            <a:ext cx="11294228" cy="845647"/>
          </a:xfrm>
        </p:spPr>
        <p:txBody>
          <a:bodyPr/>
          <a:lstStyle/>
          <a:p>
            <a:endParaRPr lang="en-US" b="1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C57389F-D46E-C06D-41B5-7EA9A6497C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7593014"/>
              </p:ext>
            </p:extLst>
          </p:nvPr>
        </p:nvGraphicFramePr>
        <p:xfrm>
          <a:off x="2943860" y="2235200"/>
          <a:ext cx="5487512" cy="3658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F1A058EA-36C5-E62C-593C-2F8DABAC5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0" y="6293168"/>
            <a:ext cx="532938" cy="365125"/>
          </a:xfrm>
        </p:spPr>
        <p:txBody>
          <a:bodyPr/>
          <a:lstStyle/>
          <a:p>
            <a:fld id="{43D635DA-D557-48AF-9665-231E8966F222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C6F401-3B9F-F15F-C70A-FDA75A8519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B966CF-BD61-D355-EFC3-5779BDB170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E504A4-3AFE-886F-D556-E523D06770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752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DE2AA-1C2E-00B7-9670-5B75193ED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3CB9160-2D82-1B70-F6B4-AF69D0397F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141D253-9ADD-3BE0-768A-68310BFBE17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886" y="1206673"/>
            <a:ext cx="11294228" cy="845647"/>
          </a:xfrm>
        </p:spPr>
        <p:txBody>
          <a:bodyPr/>
          <a:lstStyle/>
          <a:p>
            <a:endParaRPr lang="en-US" b="1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11DB364-FDB3-C544-F4A3-355A450304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8428770"/>
              </p:ext>
            </p:extLst>
          </p:nvPr>
        </p:nvGraphicFramePr>
        <p:xfrm>
          <a:off x="2943860" y="2235200"/>
          <a:ext cx="5487512" cy="3658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4DA8013-F544-5FAD-0E49-779562276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0" y="6293168"/>
            <a:ext cx="532938" cy="365125"/>
          </a:xfrm>
        </p:spPr>
        <p:txBody>
          <a:bodyPr/>
          <a:lstStyle/>
          <a:p>
            <a:fld id="{43D635DA-D557-48AF-9665-231E8966F222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015DC2-C2B4-0007-BEA1-0C1E3FB25B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9CCE19-F0F7-7966-85CA-B50DA1F437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C4A454-C783-4F14-7702-62B4A12C45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253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BD4E0-6ABD-C446-865A-0C2075F02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5819F94-30A4-B795-0EF3-9DA822DC08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5B1B48-8FF3-EB2D-633D-AB01DFB47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0" y="6293168"/>
            <a:ext cx="532938" cy="365125"/>
          </a:xfrm>
        </p:spPr>
        <p:txBody>
          <a:bodyPr/>
          <a:lstStyle/>
          <a:p>
            <a:fld id="{43D635DA-D557-48AF-9665-231E8966F22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DBFF34-9B65-04CB-DD5D-E9E2EE333D5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886" y="1206673"/>
            <a:ext cx="11294228" cy="845647"/>
          </a:xfrm>
        </p:spPr>
        <p:txBody>
          <a:bodyPr/>
          <a:lstStyle/>
          <a:p>
            <a:endParaRPr lang="en-US" b="1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D9ABF5B-7999-85DF-1902-947C5A585C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8896420"/>
              </p:ext>
            </p:extLst>
          </p:nvPr>
        </p:nvGraphicFramePr>
        <p:xfrm>
          <a:off x="2943860" y="2235200"/>
          <a:ext cx="5487512" cy="3658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5D368FFE-9F58-5F24-D8F0-A78229F702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0EF30A-0689-982A-FBFC-3A02755A28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5A6319-0DD9-60FF-A4D6-B19CBD2A8F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084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604BC-FBE1-05E8-7819-A2392942A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48A0D5-56DE-F4A4-DDD6-30A4A9C6976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419F766-B5DF-3B22-428D-BB6C3E5FC31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886" y="1206673"/>
            <a:ext cx="11294228" cy="845647"/>
          </a:xfrm>
        </p:spPr>
        <p:txBody>
          <a:bodyPr/>
          <a:lstStyle/>
          <a:p>
            <a:endParaRPr lang="en-US" b="1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1CDB938C-FF7C-C575-B39D-FB52E2CEC5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5162236"/>
              </p:ext>
            </p:extLst>
          </p:nvPr>
        </p:nvGraphicFramePr>
        <p:xfrm>
          <a:off x="2943860" y="2235200"/>
          <a:ext cx="5487512" cy="3658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AE9D014-7753-B84F-ED3C-6ED39C73C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0" y="6293168"/>
            <a:ext cx="532938" cy="365125"/>
          </a:xfrm>
        </p:spPr>
        <p:txBody>
          <a:bodyPr/>
          <a:lstStyle/>
          <a:p>
            <a:fld id="{43D635DA-D557-48AF-9665-231E8966F222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22713A-96F6-AB27-3730-A6B4D8415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E79048-872F-F890-4C62-0904F52BE9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2AD1B8-26BE-AB4C-5F1C-CFA9935508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809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BA92A-F66D-97B9-383B-3A3D9A2A2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3E41528-737A-A987-E133-513D669BC5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7389BBC-6815-FC27-E4CC-E86BE736D61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886" y="1206673"/>
            <a:ext cx="11294228" cy="845647"/>
          </a:xfrm>
        </p:spPr>
        <p:txBody>
          <a:bodyPr/>
          <a:lstStyle/>
          <a:p>
            <a:endParaRPr lang="en-US" b="1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112ED21E-354A-0443-6613-3A3C566131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4081174"/>
              </p:ext>
            </p:extLst>
          </p:nvPr>
        </p:nvGraphicFramePr>
        <p:xfrm>
          <a:off x="2943860" y="2235200"/>
          <a:ext cx="5487512" cy="3658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362CA4A-4A36-B5A3-981B-A6183E41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0" y="6293168"/>
            <a:ext cx="532938" cy="365125"/>
          </a:xfrm>
        </p:spPr>
        <p:txBody>
          <a:bodyPr/>
          <a:lstStyle/>
          <a:p>
            <a:fld id="{43D635DA-D557-48AF-9665-231E8966F222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560E7-A11C-1500-F765-020CF53D46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FE8E39-DA4A-BC51-83A8-B54406F3F5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7BBBFC-7126-0EA6-B559-747CA0123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39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41D0F-7B44-AC62-6668-8977A9EE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6EF8AD7-2FB7-260D-4186-C1ABB20457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9E928BD-1A4C-F4DD-B717-593EDF0E72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886" y="1206673"/>
            <a:ext cx="11294228" cy="845647"/>
          </a:xfrm>
        </p:spPr>
        <p:txBody>
          <a:bodyPr/>
          <a:lstStyle/>
          <a:p>
            <a:endParaRPr lang="en-US" b="1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E6263B3-D7C0-9BDC-C505-E20AF5F642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4871782"/>
              </p:ext>
            </p:extLst>
          </p:nvPr>
        </p:nvGraphicFramePr>
        <p:xfrm>
          <a:off x="2943860" y="2235200"/>
          <a:ext cx="5487512" cy="3658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DFFCB187-1974-C8AB-34E2-BD3FEF95F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0" y="6293168"/>
            <a:ext cx="532938" cy="365125"/>
          </a:xfrm>
        </p:spPr>
        <p:txBody>
          <a:bodyPr/>
          <a:lstStyle/>
          <a:p>
            <a:fld id="{43D635DA-D557-48AF-9665-231E8966F222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CF6751-6459-0403-9A7F-C41D38AB28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4D8870-2197-6AE9-4AE6-85247E6144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70D558-B954-0001-0C4B-EE2BD47BF9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07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CD277-DA3B-6B75-0F63-522C9B2D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8CE13D8-85D7-7033-32DB-036CD0BDAD3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A1B6F7F-B385-C70E-7DE1-18B7BA8401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3410435"/>
              </p:ext>
            </p:extLst>
          </p:nvPr>
        </p:nvGraphicFramePr>
        <p:xfrm>
          <a:off x="2797752" y="2092959"/>
          <a:ext cx="5794408" cy="3816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6569FA53-3E47-0871-372F-A0ACD79B6AF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886" y="1206673"/>
            <a:ext cx="11294228" cy="845647"/>
          </a:xfrm>
        </p:spPr>
        <p:txBody>
          <a:bodyPr/>
          <a:lstStyle/>
          <a:p>
            <a:endParaRPr lang="en-US" b="1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EB2604D6-801E-535D-0A68-C6C9C5339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0" y="6293168"/>
            <a:ext cx="532938" cy="365125"/>
          </a:xfrm>
        </p:spPr>
        <p:txBody>
          <a:bodyPr/>
          <a:lstStyle/>
          <a:p>
            <a:fld id="{43D635DA-D557-48AF-9665-231E8966F222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B9A562-8304-1D31-E6E0-761972CFCD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CFC28B-64D4-BE07-C848-C047A22A5F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9EEC5F-9C89-94B2-B054-A3C315900C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403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61130-303B-5786-B8C2-246C7C261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F023CD4-4F95-6949-7796-C7AEE4BDFD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3F0F9C0-3CCE-2727-F1BA-C5213AE4CF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7439290"/>
              </p:ext>
            </p:extLst>
          </p:nvPr>
        </p:nvGraphicFramePr>
        <p:xfrm>
          <a:off x="2797752" y="2092959"/>
          <a:ext cx="5794408" cy="3816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9C497F08-CDF0-6ED9-BA00-1CF657D01FE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886" y="1206673"/>
            <a:ext cx="11294228" cy="845647"/>
          </a:xfrm>
        </p:spPr>
        <p:txBody>
          <a:bodyPr/>
          <a:lstStyle/>
          <a:p>
            <a:endParaRPr lang="en-US" b="1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87DF025-A2A1-4EDB-0F9F-A6E2F645F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0" y="6293168"/>
            <a:ext cx="532938" cy="365125"/>
          </a:xfrm>
        </p:spPr>
        <p:txBody>
          <a:bodyPr/>
          <a:lstStyle/>
          <a:p>
            <a:fld id="{43D635DA-D557-48AF-9665-231E8966F222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57DC05-B4F1-66DA-228F-AC9A000C98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EF36E4-DCEC-A865-E7EF-F9E20F6ED9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36FB3A-0A39-F6CC-96B4-96B0ABD031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043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6AA20-988C-3078-2874-BEE496CB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50DD696-20FB-2240-6AE6-A4A42B27D57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67D96B4-A5C6-EE1D-B33C-CEE581E5C0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5570457"/>
              </p:ext>
            </p:extLst>
          </p:nvPr>
        </p:nvGraphicFramePr>
        <p:xfrm>
          <a:off x="2797752" y="2092959"/>
          <a:ext cx="5794408" cy="3816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E3AA8D4-D2B3-60C9-4233-ED6255C288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886" y="1206673"/>
            <a:ext cx="11294228" cy="845647"/>
          </a:xfrm>
        </p:spPr>
        <p:txBody>
          <a:bodyPr/>
          <a:lstStyle/>
          <a:p>
            <a:endParaRPr lang="en-US" b="1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50F2129-80BF-F253-0A82-0DDA9889D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0" y="6293168"/>
            <a:ext cx="532938" cy="365125"/>
          </a:xfrm>
        </p:spPr>
        <p:txBody>
          <a:bodyPr/>
          <a:lstStyle/>
          <a:p>
            <a:fld id="{43D635DA-D557-48AF-9665-231E8966F222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924A02-4506-6457-705A-A497EC030D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5F2CB2-DBDC-B9F8-D19E-C091EEE832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DD89C0-2060-B5DA-26ED-7D1672567F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186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B20A4-0368-DA08-7CCC-6C2518D14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8E87534-445E-7DCE-04CD-1F40D6CBCF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F41A0A5-D29D-480E-7E86-040C5C09E4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4671577"/>
              </p:ext>
            </p:extLst>
          </p:nvPr>
        </p:nvGraphicFramePr>
        <p:xfrm>
          <a:off x="2797752" y="2092959"/>
          <a:ext cx="5794408" cy="3816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7EDDCE84-ACBC-ECF6-ABE6-1B169194EC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886" y="1206673"/>
            <a:ext cx="11294228" cy="845647"/>
          </a:xfrm>
        </p:spPr>
        <p:txBody>
          <a:bodyPr/>
          <a:lstStyle/>
          <a:p>
            <a:endParaRPr lang="en-US" b="1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9F52E9C-CD70-77E9-5367-BA8EBF935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0" y="6293168"/>
            <a:ext cx="532938" cy="365125"/>
          </a:xfrm>
        </p:spPr>
        <p:txBody>
          <a:bodyPr/>
          <a:lstStyle/>
          <a:p>
            <a:fld id="{43D635DA-D557-48AF-9665-231E8966F222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58453C-1438-1AC7-A476-4542AAB612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ADE5C3-B881-ED42-1653-D9160822DF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688EA1-2E47-B25E-D618-28F6BC6B4F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058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DE74C-0CD6-5ADA-0760-871104B07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925474-7FA1-D13E-DC0A-0846A970D8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840000">
            <a:off x="6822327" y="1288382"/>
            <a:ext cx="5554069" cy="5758692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336233E-FD96-B589-6AAF-2F75E89EEF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7020589"/>
              </p:ext>
            </p:extLst>
          </p:nvPr>
        </p:nvGraphicFramePr>
        <p:xfrm>
          <a:off x="2797752" y="2092959"/>
          <a:ext cx="5794408" cy="3816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7F9066BF-57D6-DF29-ECFC-65F3E82C61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886" y="1206673"/>
            <a:ext cx="11294228" cy="845647"/>
          </a:xfrm>
        </p:spPr>
        <p:txBody>
          <a:bodyPr/>
          <a:lstStyle/>
          <a:p>
            <a:endParaRPr lang="en-US" b="1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7FB88CA-D4B2-E49E-E847-1E2EF589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0" y="6293168"/>
            <a:ext cx="532938" cy="365125"/>
          </a:xfrm>
        </p:spPr>
        <p:txBody>
          <a:bodyPr/>
          <a:lstStyle/>
          <a:p>
            <a:fld id="{43D635DA-D557-48AF-9665-231E8966F222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605373-34CB-BE58-3FDC-D8F538571D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166844"/>
            <a:ext cx="1388286" cy="5512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2EDD03-554E-176B-7251-16331D81A0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37" t="11240" r="7360" b="18411"/>
          <a:stretch>
            <a:fillRect/>
          </a:stretch>
        </p:blipFill>
        <p:spPr>
          <a:xfrm>
            <a:off x="11041304" y="47999"/>
            <a:ext cx="718434" cy="7889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F303D5-067C-60FA-91A9-C56FFE35D3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070" y="6235185"/>
            <a:ext cx="8915861" cy="4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0360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08990-54E0-689E-3FEB-16686D75E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0609457-07D7-BD95-1548-8BA4BF5856E6}"/>
              </a:ext>
            </a:extLst>
          </p:cNvPr>
          <p:cNvSpPr/>
          <p:nvPr/>
        </p:nvSpPr>
        <p:spPr>
          <a:xfrm>
            <a:off x="0" y="2926080"/>
            <a:ext cx="12192000" cy="292544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2000">
                <a:srgbClr val="8DC96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EF318-07EC-E8B0-388C-64BCEF5828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385CE-E6E8-F2D6-F425-463FA546C5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4129375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frica Health Collaborative Color Palette">
      <a:dk1>
        <a:srgbClr val="000000"/>
      </a:dk1>
      <a:lt1>
        <a:sysClr val="window" lastClr="FFFFFF"/>
      </a:lt1>
      <a:dk2>
        <a:srgbClr val="002147"/>
      </a:dk2>
      <a:lt2>
        <a:srgbClr val="E3DFD7"/>
      </a:lt2>
      <a:accent1>
        <a:srgbClr val="8DC965"/>
      </a:accent1>
      <a:accent2>
        <a:srgbClr val="FFDB57"/>
      </a:accent2>
      <a:accent3>
        <a:srgbClr val="977BB6"/>
      </a:accent3>
      <a:accent4>
        <a:srgbClr val="025752"/>
      </a:accent4>
      <a:accent5>
        <a:srgbClr val="19196F"/>
      </a:accent5>
      <a:accent6>
        <a:srgbClr val="FFFFFF"/>
      </a:accent6>
      <a:hlink>
        <a:srgbClr val="FFFFFF"/>
      </a:hlink>
      <a:folHlink>
        <a:srgbClr val="FFFFFF"/>
      </a:folHlink>
    </a:clrScheme>
    <a:fontScheme name="Africa Health Collaborative Fonts">
      <a:majorFont>
        <a:latin typeface="Urbanist"/>
        <a:ea typeface=""/>
        <a:cs typeface=""/>
      </a:majorFont>
      <a:minorFont>
        <a:latin typeface="Urbani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386</Words>
  <Application>Microsoft Office PowerPoint</Application>
  <PresentationFormat>Widescreen</PresentationFormat>
  <Paragraphs>204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Fredrick Mulli</dc:creator>
  <cp:lastModifiedBy>Happy Bruce</cp:lastModifiedBy>
  <cp:revision>5</cp:revision>
  <dcterms:created xsi:type="dcterms:W3CDTF">2025-07-29T23:02:57Z</dcterms:created>
  <dcterms:modified xsi:type="dcterms:W3CDTF">2025-09-24T19:08:09Z</dcterms:modified>
</cp:coreProperties>
</file>